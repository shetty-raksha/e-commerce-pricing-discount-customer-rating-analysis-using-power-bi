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6517-7F6A-429D-A528-1B3A99C04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4FDD6-F402-F64F-DC1B-ADDFC0893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CF392-B90C-1D4E-F137-567AA3593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1F15-3091-4E9A-B212-A6A93411C4C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AD648-A3B1-114F-13B6-4B99EE6C9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C3B33-369F-547D-5034-EA917FA13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767EA-3176-4D92-B75E-30668502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797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4C35-B7D5-8E44-73DE-310869F3E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96697-8BCC-3A02-4C78-5A232905F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1DE95-F145-8162-F939-BAF96D3C6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1F15-3091-4E9A-B212-A6A93411C4C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4BE28-3BCD-09BE-7B70-84A7DCB7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893D4-BF76-8BB1-AE35-6DC8A63B8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767EA-3176-4D92-B75E-30668502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06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C1631-17B3-37A7-B91D-2CF83C3C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8AB8E-923E-3EBB-55ED-EF6A51191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F59A7-C633-B217-39AB-5E76A8AE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1F15-3091-4E9A-B212-A6A93411C4C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72C38-0784-5234-93C5-C0B8AA4D5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A93D1-82BC-B43C-23D5-2473BA753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767EA-3176-4D92-B75E-30668502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114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05479-7D94-1871-21CB-3E5B1BD4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01E92-AC79-8FC3-7D91-D05E969FE9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CA855-4D52-9231-5263-19D2629ED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A4F23-9AFD-0BCE-358C-7193AA9F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1F15-3091-4E9A-B212-A6A93411C4C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DCA31-5810-B5F1-83EF-C8FFBDBBA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5D46A-8363-94EC-F1B2-88FB5C3C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767EA-3176-4D92-B75E-30668502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06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C9AE9-CAD9-094A-AF04-1FDC54B09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E3698-FC4E-4978-A232-F2B77EF17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19544-1FC8-F115-5949-8537FD09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61F91D-A34D-53F7-9D27-0E3D82AA5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A72B7-F439-D5A2-5C7A-4ABE2DD31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5910C-16FE-1ACF-F58E-8DDD7FB4D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1F15-3091-4E9A-B212-A6A93411C4C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E024B-A370-510B-2756-58F8AFFF3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4E41C-1026-C31D-ECFF-F89C1290A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767EA-3176-4D92-B75E-30668502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035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FEF0A-76C0-8DED-AAB6-33B5F964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34DDBF-EB82-4F86-6D68-EF479BD29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1F15-3091-4E9A-B212-A6A93411C4C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BE981-96D1-FF85-02A3-26A70E9D4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12A5C-DCB7-F6BF-0CB7-8BA2FE153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767EA-3176-4D92-B75E-30668502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89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5D3FE-8CE0-2939-D284-7FE7EF94C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1F15-3091-4E9A-B212-A6A93411C4C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69007B-1BAC-8769-FA3D-0D650AE1C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05E4-39CE-B2C1-49DD-B272EEBB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767EA-3176-4D92-B75E-30668502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32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30B42-B5BD-BD5E-E4AC-87F54E31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C05A-43E2-C43C-DE82-BF888B9B8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35A45-8A03-31E6-E592-AF9EC7A82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29F15-C257-F77D-D81A-B10D8F1A2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1F15-3091-4E9A-B212-A6A93411C4C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65B60-DF7D-863D-DF6B-BEE1CC112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E119E-9E50-A206-8337-4D67C8BD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767EA-3176-4D92-B75E-30668502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75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D605-AEA8-DC7F-2A70-0B773C7CE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EDAA49-A152-70C0-BAF6-59D5A93EC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27594-0562-6FAF-8AFC-7B98FE905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4FC6D-A3A5-B94B-AD8F-9FA5C57D2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1F15-3091-4E9A-B212-A6A93411C4C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DC896-0540-09AF-A283-B3AA936AC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F5396-3202-BB43-9A58-99A494ED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767EA-3176-4D92-B75E-30668502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307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2FDB-0451-074C-18EC-31BFAEDD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558426-4DF1-74CA-DBB8-5F76FAB26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A7182-23C6-7E4A-0323-111D3F081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1F15-3091-4E9A-B212-A6A93411C4C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BFDF3-6B47-ACE8-002F-A7D0E9914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0495A-A717-A1D0-3D55-C0E44FA4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767EA-3176-4D92-B75E-30668502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2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5AE701-2A83-5CD5-080D-914D8ACDA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C8435-F0FD-3893-FA2B-F2C5F9F67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CE40E-F436-8516-8987-713C91784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D1F15-3091-4E9A-B212-A6A93411C4C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565D6-A257-623C-0F90-94C4F97D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40855-D454-F639-02C8-81EB89FD2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767EA-3176-4D92-B75E-30668502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23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AD3462-2702-B324-8EA1-3BB059C87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EC3EA-69C5-EE7A-A2B6-5636C3AF7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F49DC-0C43-4C87-C5E7-554ABC15F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D1F15-3091-4E9A-B212-A6A93411C4C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F0A97-AA50-AE81-898C-10B28E237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DB068-C02C-BD07-F23C-54BAC950C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767EA-3176-4D92-B75E-30668502A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58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32A804-8804-0648-E58D-0221F7513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64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BB30E2-BB0F-0265-E6C6-A19F6FA15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4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76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0BC07-93F9-9B72-791D-6F9D111E3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43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EF3167-CA3C-2AB9-7FF1-0704EE648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073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9D3416-8CF5-2161-57D5-A3CDECC78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7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21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953D9F-554D-1314-4B9C-C86582AEC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6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509966-11C8-332F-C27C-6F8823091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505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3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318412-88B2-7D7E-6151-B17E8F4F7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34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7BC12B-4593-90F1-8947-282829164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7065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71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7DAA6-EE02-15D3-96AB-471E02C7B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9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54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85A0C4-3520-F09D-93BF-249C46A27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20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88A62B-7A3E-01B8-75E6-863E55B09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90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652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431B7F-B047-00E9-FDF1-FB9BFCE82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3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10A64-D22D-C5BF-C846-0EB009904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87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Raksha Shetty</dc:creator>
  <cp:lastModifiedBy>Raksha Shetty</cp:lastModifiedBy>
  <cp:revision>1</cp:revision>
  <dcterms:created xsi:type="dcterms:W3CDTF">2026-02-13T06:22:17Z</dcterms:created>
  <dcterms:modified xsi:type="dcterms:W3CDTF">2026-02-13T06:22:52Z</dcterms:modified>
</cp:coreProperties>
</file>